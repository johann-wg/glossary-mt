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前回の定例で合意した課題の再確認。数字は 9 月の実績。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DMS 監視基盤の改善提案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2026年11月 定例会議資料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現状の課題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夜間バッチの障害検知から対応開始まで平均 25 分かかっている</a:t>
            </a:r>
          </a:p>
          <a:p>
            <a:r>
              <a:t>監視閾値が固定値のため、月末の繁忙期に誤検知が多い</a:t>
            </a:r>
          </a:p>
          <a:p>
            <a:r>
              <a:t>障害時の一次切り分けが担当者の経験に依存している</a:t>
            </a:r>
          </a:p>
          <a:p>
            <a:r>
              <a:rPr b="1"/>
              <a:t>影響範囲の把握に時間がかかり、お客様への第一報が遅れる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改善スケジュール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rPr sz="1400"/>
                        <a:t>フェーズ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期間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監視閾値の見直しと検証環境での確認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11月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一次切り分け手順書の整備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12月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本番環境への適用と申し送りルールの改訂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2027年1月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