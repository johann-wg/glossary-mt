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 정례회의에서 합의한 과제의 재확인. 수치는 9월 실적이다.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DMS 모니터링 기반 개선 제안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2026년 11월 정례회의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현재의 과제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야간 배치의 장애 감지부터 대응 개시까지 평균 25분이 걸리고 있다</a:t>
            </a:r>
          </a:p>
          <a:p>
            <a:r>
              <a:t>모니터링 임계치가 고정값이어서 월말 성수기에 오탐지가 많다</a:t>
            </a:r>
          </a:p>
          <a:p>
            <a:r>
              <a:t>장애 시 1차 원인 분석이 담당자의 경험에 의존하고 있다</a:t>
            </a:r>
          </a:p>
          <a:p>
            <a:r>
              <a:rPr b="1"/>
              <a:t>영향 범위 파악에 시간이 걸려 고객사에 대한 첫 보고가 늦어진다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개선 일정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기간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모니터링 임계치 재검토 및 스테이징 환경에서의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1차 원인 분석 절차서 정비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운영 환경 적용 및 인수인계 규칙 개정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2027년 1월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